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8563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329193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7045505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0714454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52606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584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331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543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8569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452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879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8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DE3C2-079C-EF50-68CA-1C8A29AF1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045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131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58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E80199-00FE-4FDA-3E4E-B336BCA4C4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674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055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30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1EC2D-53DB-F63A-1E98-607B0A49F3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579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42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421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CC24F-BF97-8C31-168E-3C83A31F30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25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2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8796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55A5E-CE71-BB2B-3326-A245B8282E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83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528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758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02C2D-1F53-9198-A976-7B6CF279E1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6047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6766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14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D9910-B4D2-5332-E4E2-AD79136CB8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381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23532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947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778C50-F52C-4C8D-B25A-4E2D8C236D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164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2274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740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710331-4717-C52D-8690-C10220FC6F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0977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588966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460853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54857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51385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511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25549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79001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14341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3037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38229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07028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05097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27827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79584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223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10345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8718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7277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19671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22491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33936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32255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75866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050666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089560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803649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297216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76142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986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74138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5518776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35037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26983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8004093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89793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141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627908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02798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1082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22939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22742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88159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272941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19378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11544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2172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35931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1495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002902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46906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13412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67602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38758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95609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47305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807468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797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16914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71132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50465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66359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278029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65350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Gesture Recognition</a:t>
            </a:r>
            <a:b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(HPS-Integrated Orientation and Pitch/ Roll Detection System)</a:t>
            </a:r>
            <a:br>
              <a:rPr sz="2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endParaRPr lang="en-US"/>
          </a:p>
        </p:txBody>
      </p:sp>
      <p:sp>
        <p:nvSpPr>
          <p:cNvPr id="81135205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Advanced Digital Systems (ENGI 9865)</a:t>
            </a:r>
            <a:endParaRPr sz="9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sz="2200" b="1">
                <a:solidFill>
                  <a:schemeClr val="tx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</a:rPr>
              <a:t>Onwukanjo Innocent O.</a:t>
            </a:r>
            <a:r>
              <a:rPr sz="22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2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202487225</a:t>
            </a:r>
            <a:r>
              <a:rPr sz="22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2200" b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Avijit Hazra </a:t>
            </a:r>
            <a:r>
              <a:rPr sz="22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(202580731)</a:t>
            </a:r>
            <a:endParaRPr 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690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Project Overview</a:t>
            </a:r>
            <a:endParaRPr/>
          </a:p>
        </p:txBody>
      </p:sp>
      <p:sp>
        <p:nvSpPr>
          <p:cNvPr id="1521770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Objective: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Implement a real-time orientation detection system using the DE10-Standard board. </a:t>
            </a:r>
            <a:endParaRPr lang="en-US"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Core Feature: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Meaningful integration of the ARM Hard Processor System (HPS) with custom VHDL hardware. </a:t>
            </a:r>
            <a:endParaRPr sz="2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Output:</a:t>
            </a:r>
            <a:r>
              <a:rPr lang="en-U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Real-time visual feedback of board orientation (UP, DO, RI, LE) and precise tilt angles.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1462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Project Overview </a:t>
            </a:r>
            <a:r>
              <a:rPr/>
              <a:t>(Pitch and Roll)</a:t>
            </a:r>
            <a:endParaRPr/>
          </a:p>
        </p:txBody>
      </p:sp>
      <p:pic>
        <p:nvPicPr>
          <p:cNvPr id="70106262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2377905" y="1825624"/>
            <a:ext cx="7436189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4122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System Architecture &amp; Partitioning</a:t>
            </a:r>
            <a:endParaRPr/>
          </a:p>
        </p:txBody>
      </p:sp>
      <p:sp>
        <p:nvSpPr>
          <p:cNvPr id="1765427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HPS Domain: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Reads raw X, Y, Z data via I2C protocol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Computes Pitch/Roll using floating-point math arctan2</a:t>
            </a:r>
            <a:endParaRPr sz="2400"/>
          </a:p>
          <a:p>
            <a:pPr>
              <a:defRPr/>
            </a:pPr>
            <a:endParaRPr sz="2400"/>
          </a:p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FPGA Domain</a:t>
            </a:r>
            <a:r>
              <a:rPr sz="2400"/>
              <a:t>:</a:t>
            </a:r>
            <a:endParaRPr sz="2400"/>
          </a:p>
          <a:p>
            <a:pPr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Maps values to directions</a:t>
            </a:r>
            <a:endParaRPr lang="en-US" sz="23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Displays in HEX output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Interconnect: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HPS-to-FPGA Bridge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14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DataPath and ASM Chart</a:t>
            </a:r>
            <a:endParaRPr/>
          </a:p>
        </p:txBody>
      </p:sp>
      <p:sp>
        <p:nvSpPr>
          <p:cNvPr id="130532098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149919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44928" y="1825624"/>
            <a:ext cx="4608870" cy="4466538"/>
          </a:xfrm>
          <a:prstGeom prst="rect">
            <a:avLst/>
          </a:prstGeom>
        </p:spPr>
      </p:pic>
      <p:pic>
        <p:nvPicPr>
          <p:cNvPr id="93765002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8199" y="1825624"/>
            <a:ext cx="5462498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980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 Acquisition</a:t>
            </a:r>
            <a:endParaRPr/>
          </a:p>
        </p:txBody>
      </p:sp>
      <p:sp>
        <p:nvSpPr>
          <p:cNvPr id="8802821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</a:t>
            </a: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05s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as human action not fast as clock speed of 50HZ</a:t>
            </a:r>
            <a:endParaRPr lang="en-US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30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Average of </a:t>
            </a: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8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values</a:t>
            </a:r>
            <a:endParaRPr sz="3000"/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I2C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(Inter-Integrated Circuit</a:t>
            </a:r>
            <a:r>
              <a:rPr sz="3000"/>
              <a:t>) protocol from </a:t>
            </a: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ADXL345</a:t>
            </a:r>
            <a:r>
              <a:rPr sz="3000"/>
              <a:t> to HPS</a:t>
            </a:r>
            <a:endParaRPr sz="3000"/>
          </a:p>
          <a:p>
            <a:pPr lvl="1">
              <a:defRPr/>
            </a:pPr>
            <a:r>
              <a:rPr lang="en-US" sz="3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Sensitivity: 3.9mg/LSB</a:t>
            </a:r>
            <a:r>
              <a:rPr sz="3000"/>
              <a:t>. 1g is 256</a:t>
            </a:r>
            <a:endParaRPr sz="3000"/>
          </a:p>
          <a:p>
            <a:pPr lvl="1">
              <a:defRPr/>
            </a:pPr>
            <a:r>
              <a:rPr sz="3000"/>
              <a:t>Range -2g to +2g</a:t>
            </a:r>
            <a:endParaRPr/>
          </a:p>
          <a:p>
            <a:pPr lvl="0">
              <a:defRPr/>
            </a:pPr>
            <a:endParaRPr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3342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Why tan (not sine/cosine)?</a:t>
            </a:r>
            <a:endParaRPr/>
          </a:p>
        </p:txBody>
      </p:sp>
      <p:pic>
        <p:nvPicPr>
          <p:cNvPr id="211449161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825624"/>
            <a:ext cx="4450278" cy="4389000"/>
          </a:xfrm>
          <a:prstGeom prst="rect">
            <a:avLst/>
          </a:prstGeom>
        </p:spPr>
      </p:pic>
      <p:pic>
        <p:nvPicPr>
          <p:cNvPr id="19641552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45201" y="1825624"/>
            <a:ext cx="5071557" cy="438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6723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Implementation</a:t>
            </a:r>
            <a:endParaRPr/>
          </a:p>
        </p:txBody>
      </p:sp>
      <p:sp>
        <p:nvSpPr>
          <p:cNvPr id="12732098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+/- 200 threshold</a:t>
            </a: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tan (pitch)  =  x / z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tan (roll)   = y / z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graphicFrame>
        <p:nvGraphicFramePr>
          <p:cNvPr id="1622717183" name=""/>
          <p:cNvGraphicFramePr>
            <a:graphicFrameLocks xmlns:a="http://schemas.openxmlformats.org/drawingml/2006/main"/>
          </p:cNvGraphicFramePr>
          <p:nvPr/>
        </p:nvGraphicFramePr>
        <p:xfrm rot="0">
          <a:off x="4467017" y="1825624"/>
          <a:ext cx="7544177" cy="4137852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078605"/>
                <a:gridCol w="2766784"/>
                <a:gridCol w="2698787"/>
              </a:tblGrid>
              <a:tr h="738902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Input Condition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Detected Orientation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VHDL Status Output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 &gt; 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Upright / Flat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“UP”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 &lt; -200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Inverted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“DO”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 &gt; 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Right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“RI”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X &lt; -200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Left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“LE”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 &gt; 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</a:t>
                      </a: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Front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“FR”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443341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 &lt; -200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Tilted Back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“BA”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  <a:tr h="738902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Idle / Undetermined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“ID”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6180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Conclusion</a:t>
            </a:r>
            <a:r>
              <a:rPr/>
              <a:t> and Future Work</a:t>
            </a:r>
            <a:endParaRPr/>
          </a:p>
        </p:txBody>
      </p:sp>
      <p:sp>
        <p:nvSpPr>
          <p:cNvPr id="12507411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Robust integration of HPS and FPGA domains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Leverages the ARM processor for complex math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Utilizing the FPGA for deterministic, real-time peripheral control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Future Work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buFont typeface="Wingdings"/>
              <a:buChar char="Ø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Sign language recognition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lvl="1">
              <a:buFont typeface="Wingdings"/>
              <a:buChar char="Ø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Drone control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6463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  <a:endParaRPr/>
          </a:p>
        </p:txBody>
      </p:sp>
      <p:sp>
        <p:nvSpPr>
          <p:cNvPr id="92947737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Thank you for Listening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2026-04-08T00:22:02Z</dcterms:modified>
</cp:coreProperties>
</file>